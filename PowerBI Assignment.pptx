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 id="263" r:id="RelId6"/>
    <p:sldId id="264" r:id="Rel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 Type="http://schemas.openxmlformats.org/officeDocument/2006/relationships/slide" Target="/ppt/slides/slide8.xml" Id="RelId6" /><Relationship Type="http://schemas.openxmlformats.org/officeDocument/2006/relationships/slide" Target="/ppt/slides/slide9.xml" Id="RelId7"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Tax Slab Calculation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create a table using order quantity from the order table and sales from the sales tables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create a scatter plot using sales and quantity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Apply the play axis on a date and see how the scatter plot changes from time to time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to create a drilldown on category and subcategory using a bar graph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create a line chart using sales, quantity and order date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create a Sales gauge’s chart with 500000 as the sales target.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7.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 calculated column called GST with an 18% tax slab on sales amount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 date difference column needs to be present that shows the delay between the order date and the ship date.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create sales buckets with the condition as follows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 total sales measure with a filter segment = corporate is needed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MULTI-ROW CARD</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8.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create a Gross profit margin measure using the formula (gross profit/net sales).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 create a table using group by function to identify the segment-wise average sales.</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Manager needs to see cumulative sales, so you have to create it and plot it on the visualization.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create a table visual on the report page with the date, sales, and 3 days moving average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y-o-y % Sales Change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56e9481c-5ac5-474f-8f5a-be8c723d9785?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80f68d7ce2664843" /><Relationship Type="http://schemas.openxmlformats.org/officeDocument/2006/relationships/slideLayout" Target="/ppt/slideLayouts/slideLayout8.xml" Id="Rde545d41a0384a42" /><Relationship Type="http://schemas.openxmlformats.org/officeDocument/2006/relationships/hyperlink" Target="https://app.powerbi.com/groups/me/reports/56e9481c-5ac5-474f-8f5a-be8c723d9785/?pbi_source=PowerPoint" TargetMode="External" Id="RelId0" /><Relationship Type="http://schemas.openxmlformats.org/officeDocument/2006/relationships/image" Target="/ppt/media/image4.png" Id="imgId370099680"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8e463802ed5a4371" /><Relationship Type="http://schemas.openxmlformats.org/officeDocument/2006/relationships/slideLayout" Target="/ppt/slideLayouts/slideLayout8.xml" Id="Rb8c17543be9b41a3" /><Relationship Type="http://schemas.openxmlformats.org/officeDocument/2006/relationships/hyperlink" Target="https://app.powerbi.com/groups/me/reports/56e9481c-5ac5-474f-8f5a-be8c723d9785/?pbi_source=PowerPoint" TargetMode="External" Id="RelId1" /><Relationship Type="http://schemas.openxmlformats.org/officeDocument/2006/relationships/image" Target="/ppt/media/image5.png" Id="imgId370099681"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e4284e5028624073" /><Relationship Type="http://schemas.openxmlformats.org/officeDocument/2006/relationships/slideLayout" Target="/ppt/slideLayouts/slideLayout8.xml" Id="Rc180a9349228437d" /><Relationship Type="http://schemas.openxmlformats.org/officeDocument/2006/relationships/hyperlink" Target="https://app.powerbi.com/groups/me/reports/56e9481c-5ac5-474f-8f5a-be8c723d9785/?pbi_source=PowerPoint" TargetMode="External" Id="RelId2" /><Relationship Type="http://schemas.openxmlformats.org/officeDocument/2006/relationships/image" Target="/ppt/media/image6.png" Id="imgId370099682"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941ebc4c256e4da1" /><Relationship Type="http://schemas.openxmlformats.org/officeDocument/2006/relationships/slideLayout" Target="/ppt/slideLayouts/slideLayout8.xml" Id="Rbc311059398a42fb" /><Relationship Type="http://schemas.openxmlformats.org/officeDocument/2006/relationships/hyperlink" Target="https://app.powerbi.com/groups/me/reports/56e9481c-5ac5-474f-8f5a-be8c723d9785/?pbi_source=PowerPoint" TargetMode="External" Id="RelId3" /><Relationship Type="http://schemas.openxmlformats.org/officeDocument/2006/relationships/image" Target="/ppt/media/image7.png" Id="imgId370099683"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7e5c31d5f5a84667" /><Relationship Type="http://schemas.openxmlformats.org/officeDocument/2006/relationships/slideLayout" Target="/ppt/slideLayouts/slideLayout8.xml" Id="R4c4a354324794d61" /><Relationship Type="http://schemas.openxmlformats.org/officeDocument/2006/relationships/hyperlink" Target="https://app.powerbi.com/groups/me/reports/56e9481c-5ac5-474f-8f5a-be8c723d9785/?pbi_source=PowerPoint" TargetMode="External" Id="RelId4" /><Relationship Type="http://schemas.openxmlformats.org/officeDocument/2006/relationships/image" Target="/ppt/media/image8.png" Id="imgId370099684"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2972291a0b0243fb" /><Relationship Type="http://schemas.openxmlformats.org/officeDocument/2006/relationships/slideLayout" Target="/ppt/slideLayouts/slideLayout8.xml" Id="R13acc27c5f2d4836" /><Relationship Type="http://schemas.openxmlformats.org/officeDocument/2006/relationships/hyperlink" Target="https://app.powerbi.com/groups/me/reports/56e9481c-5ac5-474f-8f5a-be8c723d9785/?pbi_source=PowerPoint" TargetMode="External" Id="RelId5" /><Relationship Type="http://schemas.openxmlformats.org/officeDocument/2006/relationships/image" Target="/ppt/media/image9.png" Id="imgId370099685"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bb847ddeabed4ffe" /><Relationship Type="http://schemas.openxmlformats.org/officeDocument/2006/relationships/slideLayout" Target="/ppt/slideLayouts/slideLayout8.xml" Id="R233e67f292aa4007" /><Relationship Type="http://schemas.openxmlformats.org/officeDocument/2006/relationships/hyperlink" Target="https://app.powerbi.com/groups/me/reports/56e9481c-5ac5-474f-8f5a-be8c723d9785/?pbi_source=PowerPoint" TargetMode="External" Id="RelId6" /><Relationship Type="http://schemas.openxmlformats.org/officeDocument/2006/relationships/image" Target="/ppt/media/imagea.png" Id="imgId370099686" /></Relationships>
</file>

<file path=ppt/slides/_rels/slide9.xml.rels>&#65279;<?xml version="1.0" encoding="utf-8"?><Relationships xmlns="http://schemas.openxmlformats.org/package/2006/relationships"><Relationship Type="http://schemas.openxmlformats.org/officeDocument/2006/relationships/notesSlide" Target="/ppt/notesSlides/notesSlide8.xml" Id="Rf09cd9a329814d87" /><Relationship Type="http://schemas.openxmlformats.org/officeDocument/2006/relationships/slideLayout" Target="/ppt/slideLayouts/slideLayout8.xml" Id="R0722634dae7948da" /><Relationship Type="http://schemas.openxmlformats.org/officeDocument/2006/relationships/hyperlink" Target="https://app.powerbi.com/groups/me/reports/56e9481c-5ac5-474f-8f5a-be8c723d9785/?pbi_source=PowerPoint" TargetMode="External" Id="RelId7" /><Relationship Type="http://schemas.openxmlformats.org/officeDocument/2006/relationships/image" Target="/ppt/media/imageb.png" Id="imgId370099687"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PowerBI Assignment</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5/7/2026 5:16:44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5/7/2026 5:14:07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Tax Slab Calculation.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370099680"/>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Modelling</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create a table using order quantity from the order table and sales from the sales tables ,create a scatter plot using sales and quantity  ,Apply the play axis on a date and see how the scatter plot changes from time to time.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370099681"/>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Cardinality and Desktop Visualization</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actionButton.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370099682"/>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Landing Page</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to create a drilldown on category and subcategory using a bar graph  ,actionButton ,actionButton ,actionButton.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370099683"/>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Desktop Visualization 1</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create a line chart using sales, quantity and order date ,actionButton ,actionButton ,actionButton.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370099684"/>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Desktop Visualization 2</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create a Sales gauge’s chart with 500000 as the sales target.  ,actionButton ,actionButton ,actionButton.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370099685"/>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Desktop Visualization 3</a:t>
            </a:r>
          </a:p>
        </p:txBody>
      </p:sp>
    </p:spTree>
    <p:clrMapOvr>
      <a:masterClrMapping xmlns:a="http://schemas.openxmlformats.org/drawingml/2006/main"/>
    </p:clrMapOvr>
  </p:cSld>
</p:sld>
</file>

<file path=ppt/slides/slide8.xml><?xml version="1.0" encoding="utf-8"?>
<p:sld xmlns:p="http://schemas.openxmlformats.org/presentationml/2006/main">
  <p:cSld>
    <p:spTree>
      <p:nvGrpSpPr>
        <p:cNvPr id="1" name=""/>
        <p:cNvGrpSpPr/>
        <p:nvPr/>
      </p:nvGrpSpPr>
      <p:grpSpPr/>
      <p:pic>
        <p:nvPicPr>
          <p:cNvPr id="3" name="Picture" title="This slide contains the following visuals: A calculated column called GST with an 18% tax slab on sales amount ,A date difference column needs to be present that shows the delay between the order date and the ship date. ,create sales buckets with the condition as follows ,A total sales measure with a filter segment = corporate is needed ,MULTI-ROW CARD. Please refer to the notes on this slide for details">
            <a:hlinkClick xmlns:r="http://schemas.openxmlformats.org/officeDocument/2006/relationships" xmlns:a="http://schemas.openxmlformats.org/drawingml/2006/main" r:id="RelId6"/>
          </p:cNvPr>
          <p:cNvPicPr>
            <a:picLocks xmlns:a="http://schemas.openxmlformats.org/drawingml/2006/main" noChangeAspect="1"/>
          </p:cNvPicPr>
          <p:nvPr/>
        </p:nvPicPr>
        <p:blipFill>
          <a:blip xmlns:r="http://schemas.openxmlformats.org/officeDocument/2006/relationships" xmlns:a="http://schemas.openxmlformats.org/drawingml/2006/main" r:embed="imgId370099686"/>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 DAX Expressions Part1</a:t>
            </a:r>
          </a:p>
        </p:txBody>
      </p:sp>
    </p:spTree>
    <p:clrMapOvr>
      <a:masterClrMapping xmlns:a="http://schemas.openxmlformats.org/drawingml/2006/main"/>
    </p:clrMapOvr>
  </p:cSld>
</p:sld>
</file>

<file path=ppt/slides/slide9.xml><?xml version="1.0" encoding="utf-8"?>
<p:sld xmlns:p="http://schemas.openxmlformats.org/presentationml/2006/main">
  <p:cSld>
    <p:spTree>
      <p:nvGrpSpPr>
        <p:cNvPr id="1" name=""/>
        <p:cNvGrpSpPr/>
        <p:nvPr/>
      </p:nvGrpSpPr>
      <p:grpSpPr/>
      <p:pic>
        <p:nvPicPr>
          <p:cNvPr id="3" name="Picture" title="This slide contains the following visuals: create a Gross profit margin measure using the formula (gross profit/net sales).  ,to create a table using group by function to identify the segment-wise average sales. ,Manager needs to see cumulative sales, so you have to create it and plot it on the visualization.  ,create a table visual on the report page with the date, sales, and 3 days moving average ,y-o-y % Sales Change. Please refer to the notes on this slide for details">
            <a:hlinkClick xmlns:r="http://schemas.openxmlformats.org/officeDocument/2006/relationships" xmlns:a="http://schemas.openxmlformats.org/drawingml/2006/main" r:id="RelId7"/>
          </p:cNvPr>
          <p:cNvPicPr>
            <a:picLocks xmlns:a="http://schemas.openxmlformats.org/drawingml/2006/main" noChangeAspect="1"/>
          </p:cNvPicPr>
          <p:nvPr/>
        </p:nvPicPr>
        <p:blipFill>
          <a:blip xmlns:r="http://schemas.openxmlformats.org/officeDocument/2006/relationships" xmlns:a="http://schemas.openxmlformats.org/drawingml/2006/main" r:embed="imgId370099687"/>
          <a:stretch xmlns:a="http://schemas.openxmlformats.org/drawingml/2006/main">
            <a:fillRect/>
          </a:stretch>
        </p:blipFill>
        <p:spPr>
          <a:xfrm xmlns:a="http://schemas.openxmlformats.org/drawingml/2006/main">
            <a:off x="76200" y="0"/>
            <a:ext cx="12020550" cy="6858000"/>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DAX Expressions Part2</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